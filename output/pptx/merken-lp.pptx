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MERKENのトップページ（未ログイン時のランディングページ）の内容をスライドにしたものです。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ヒーローの数字はLPと同じ（4抽出モード・共有単語帳の取込は無料・リールは無料プランで1日50枚・無料保存枠100語）。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LPの「01 HOW IT WORKS」セクションと同じ4ステップ。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抽出モードは4種類。カスタム抽出モードを含めるとProではさらに細かく指定できる。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LPの「02 WORD DETAIL」に対応。take care のような複数語表現も1件として扱う。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LPでは登録前にフラッシュカードと4択クイズをその場で試せる。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公開単語帳と公式単語帳の単語が1枚ずつ流れるフィード。語源つきカードは接頭辞・語根・接尾辞まで1画面。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ホーム画面には連続学習日数、クイズ導線、最近の単語帳が並ぶ。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Proは月額300円。無料プランは共有単語帳の取り込みと基本の復習まで。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LP末尾のCTAと同じ文言。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E R K E 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VOCABULARY NOTEBOOK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2860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手入力ゼロで、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単語帳。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1148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教科書・ノート・プリントを撮影するだけ。AIが英単語、和訳、例文、発音記号、クイズ素材を作り、あなた専用の単語帳として保存できます。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www.merken.jp</a:t>
            </a:r>
            <a:endParaRPr lang="en-US" sz="1200" dirty="0"/>
          </a:p>
        </p:txBody>
      </p:sp>
      <p:pic>
        <p:nvPicPr>
          <p:cNvPr id="7" name="Image 0" descr="output/pptx/shots/flashcard-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2148840"/>
            <a:ext cx="393192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写真から、単語帳ができる。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11018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科書・ノート・プリントを撮影するだけ。AIが英単語、和訳、例文、発音記号、クイズ素材を作り、あなた専用の単語帳として保存できます（AIスキャンはProプラン）。無料でも共有ライブラリから単語帳を取り込んで、すぐに学習を始められ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抽出モード（Pro）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56432" y="26974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307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730752" y="3703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共有単語帳の取込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18504" y="26974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9282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1日50枚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592824" y="3703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リール（無料プラン）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80576" y="26974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45489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100語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454896" y="3703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無料保存枠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754880"/>
            <a:ext cx="11018520" cy="13716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60120" y="5074920"/>
            <a:ext cx="10287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スキャンはProプラン。無料プランでも共有ライブラリの単語帳を取り込んで、クイズとフラッシュカードで学習できます。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撮る、確認する、覚える。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手入力やコピペを前提にせず、教材の写真から単語帳を作ります。登録後すぐにホーム、単語帳、クイズへ進める構成です。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606040"/>
            <a:ext cx="566928" cy="5669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7249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33756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3611880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撮る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4114800"/>
            <a:ext cx="2020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ノート、教科書、プリントをカメラで撮影するか、写真から選びます。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56432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2606040"/>
            <a:ext cx="566928" cy="5669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49040" y="27249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33756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611880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抽出する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4114800"/>
            <a:ext cx="2020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AIが英単語、和訳、品詞、例文、発音記号の候補を作ります。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18504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11112" y="2606040"/>
            <a:ext cx="566928" cy="5669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11112" y="27249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11112" y="333756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3611880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確認して保存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611112" y="4114800"/>
            <a:ext cx="2020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抽出結果を確認し、必要なら編集して自分の単語帳へ追加します。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80576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73184" y="2606040"/>
            <a:ext cx="566928" cy="5669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73184" y="27249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73184" y="333756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473184" y="3611880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覚える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473184" y="4114800"/>
            <a:ext cx="2020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4択、語順クイズ、フラッシュカードで復習し、習得度を記録します。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MODES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目的に合わせて、抽出方法を選ぶ。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まずは「すべての単語」で広く取り込み、必要に応じて丸囲み、英検、熟語・イディオムへ切り替えます。抽出後は確認画面で編集してから保存できます（スキャンはProプランの機能です）。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0392" y="2487168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単語帳取込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7432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単語帳の単語を抽出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315468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単語帳やノートに「英単語＋日本語訳」のペアで載っている単語だけを取り込みます。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228600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90872" y="2487168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丸囲み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27432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覚えたい単語だけ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315468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ペンで丸を付けた単語を優先して抽出。授業中に印を付けた紙面をそのまま使えます。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25196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50392" y="4453128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英検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" y="47091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級に合わせて選別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" y="512064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5級から1級まで、選んだ英検レベルに合わせて単語を抽出します。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34840" y="425196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690872" y="4453128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熟語・イディオム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690872" y="47091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複数語の表現も保存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690872" y="512064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care のような複数語の表現も、単語帳とクイズの対象にできます。</a:t>
            </a:r>
            <a:endParaRPr lang="en-US" sz="1050" dirty="0"/>
          </a:p>
        </p:txBody>
      </p:sp>
      <p:pic>
        <p:nvPicPr>
          <p:cNvPr id="21" name="Image 0" descr="public/lp/scan-mod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3920" y="1234440"/>
            <a:ext cx="3108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DETAIL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保存した単語は、学習用データになる。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和訳だけでなく、例文、品詞、発音記号、クイズ用の選択肢を持てる構造です。2語以上の表現は語順クイズとして扱い、4択だけに寄せすぎないようにしています。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651760"/>
            <a:ext cx="4846320" cy="530352"/>
          </a:xfrm>
          <a:prstGeom prst="roundRect">
            <a:avLst>
              <a:gd name="adj" fmla="val 20690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76148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和訳・品詞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310128"/>
            <a:ext cx="4846320" cy="530352"/>
          </a:xfrm>
          <a:prstGeom prst="roundRect">
            <a:avLst>
              <a:gd name="adj" fmla="val 2069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34198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例文（英日）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968496"/>
            <a:ext cx="4846320" cy="530352"/>
          </a:xfrm>
          <a:prstGeom prst="roundRect">
            <a:avLst>
              <a:gd name="adj" fmla="val 2069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40782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発音記号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626864"/>
            <a:ext cx="4846320" cy="530352"/>
          </a:xfrm>
          <a:prstGeom prst="roundRect">
            <a:avLst>
              <a:gd name="adj" fmla="val 2069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7365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クイズ用の選択肢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5285232"/>
            <a:ext cx="4846320" cy="530352"/>
          </a:xfrm>
          <a:prstGeom prst="roundRect">
            <a:avLst>
              <a:gd name="adj" fmla="val 2069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53949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習得度・復習履歴</a:t>
            </a:r>
            <a:endParaRPr lang="en-US" sz="1300" dirty="0"/>
          </a:p>
        </p:txBody>
      </p:sp>
      <p:pic>
        <p:nvPicPr>
          <p:cNvPr id="15" name="Image 0" descr="output/pptx/shots/word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2194560"/>
            <a:ext cx="5577840" cy="25603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035040" y="4892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単語カードの例（LPの実画面）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4つの復習の形。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788920" cy="1965960"/>
          </a:xfrm>
          <a:prstGeom prst="roundRect">
            <a:avLst>
              <a:gd name="adj" fmla="val 558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32104" y="194767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4択クイズ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32104" y="237744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AIが用意した選択肢でテンポよく復習。正答結果は単語の習得度に反映されます。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0" y="1691640"/>
            <a:ext cx="2788920" cy="1965960"/>
          </a:xfrm>
          <a:prstGeom prst="roundRect">
            <a:avLst>
              <a:gd name="adj" fmla="val 558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895344" y="194767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語順クイズ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895344" y="237744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2語以上の表現は、下の単語を選んで並べる形式のクイズとして出題できます。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931920"/>
            <a:ext cx="2788920" cy="1965960"/>
          </a:xfrm>
          <a:prstGeom prst="roundRect">
            <a:avLst>
              <a:gd name="adj" fmla="val 558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104" y="418795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フラッシュカード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461772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単語をめくりながら確認。習得度順、品詞順、保存済みの単語で学習できます。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0" y="3931920"/>
            <a:ext cx="2788920" cy="1965960"/>
          </a:xfrm>
          <a:prstGeom prst="roundRect">
            <a:avLst>
              <a:gd name="adj" fmla="val 558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895344" y="418795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保存済み単語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95344" y="461772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気になる単語だけを保存して、カードや10問クイズですぐに復習できます。</a:t>
            </a:r>
            <a:endParaRPr lang="en-US" sz="1050" dirty="0"/>
          </a:p>
        </p:txBody>
      </p:sp>
      <p:pic>
        <p:nvPicPr>
          <p:cNvPr id="16" name="Image 0" descr="output/pptx/shots/quiz-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737360"/>
            <a:ext cx="4754880" cy="40233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858000" y="5852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登録なしで試せるデモ（LPの実画面）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スワイプするだけで、単語に出会う。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977640" cy="1737360"/>
          </a:xfrm>
          <a:prstGeom prst="roundRect">
            <a:avLst>
              <a:gd name="adj" fmla="val 631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32104" y="1801368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縦スワイプで、次の単語へ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2104" y="2194560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公開されている単語帳と公式単語帳から、単語が1枚ずつ流れてきます。すき間時間にスクロールするだけで新しい語彙に出会えます。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1600200"/>
            <a:ext cx="3977640" cy="1737360"/>
          </a:xfrm>
          <a:prstGeom prst="roundRect">
            <a:avLst>
              <a:gd name="adj" fmla="val 631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84064" y="1801368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めくって意味を確認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84064" y="2194560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表は英単語と発音記号だけ。左右のスワイプかタップで和訳の面に切り替わります。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611880"/>
            <a:ext cx="3977640" cy="1737360"/>
          </a:xfrm>
          <a:prstGeom prst="roundRect">
            <a:avLst>
              <a:gd name="adj" fmla="val 631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104" y="3813048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語源つきカードは1画面で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4206240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接頭辞・語根・接尾辞の組み立てと解説をまとめて表示。丸暗記にしないための手がかりが付きます。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611880"/>
            <a:ext cx="3977640" cy="1737360"/>
          </a:xfrm>
          <a:prstGeom prst="roundRect">
            <a:avLst>
              <a:gd name="adj" fmla="val 631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084064" y="3813048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出典の単語帳をワンタップで取り込み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84064" y="4206240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カードの下には、その単語が入っている単語帳と作成者が出ます。気に入ればまるごと追加できます。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55321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57424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リールの閲覧は無料プランでも1日50枚まで（要ログイン）。Proは上限なし・広告なし。</a:t>
            </a:r>
            <a:endParaRPr lang="en-US" sz="1250" dirty="0"/>
          </a:p>
        </p:txBody>
      </p:sp>
      <p:pic>
        <p:nvPicPr>
          <p:cNvPr id="18" name="Image 0" descr="output/pptx/shots/reel-ph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81160" y="1188720"/>
            <a:ext cx="23317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ホームで、今日やることがすぐ見える。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単語帳、習得度、連続日数、保存済み単語へアクセスできます。学習の入口をホームに集約し、スキャンから復習まで迷わない構成にしています。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6858000" cy="822960"/>
          </a:xfrm>
          <a:prstGeom prst="roundRect">
            <a:avLst>
              <a:gd name="adj" fmla="val 13333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4963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習得度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072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習得、学習中、未学習を単語ごとに管理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3337560"/>
            <a:ext cx="6858000" cy="822960"/>
          </a:xfrm>
          <a:prstGeom prst="roundRect">
            <a:avLst>
              <a:gd name="adj" fmla="val 13333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3456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連続日数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7673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毎日の学習をホームで確認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4297680"/>
            <a:ext cx="6858000" cy="822960"/>
          </a:xfrm>
          <a:prstGeom prst="roundRect">
            <a:avLst>
              <a:gd name="adj" fmla="val 13333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4165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マイ単語帳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274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直近の単語帳をホームから開ける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5257800"/>
            <a:ext cx="6858000" cy="822960"/>
          </a:xfrm>
          <a:prstGeom prst="roundRect">
            <a:avLst>
              <a:gd name="adj" fmla="val 13333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5376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保存済み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68756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あとで見返したい単語だけを集めて復習</a:t>
            </a:r>
            <a:endParaRPr lang="en-US" sz="1100" dirty="0"/>
          </a:p>
        </p:txBody>
      </p:sp>
      <p:pic>
        <p:nvPicPr>
          <p:cNvPr id="17" name="Image 0" descr="public/lp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1234440"/>
            <a:ext cx="3749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無料で始めて、必要ならProへ。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まずは無料で試し、AIスキャンや同期が必要になったらProへ切り替えられます。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まず試す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089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1400" b="1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円 / 月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886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共有ライブラリの単語帳で、基本の復習を試すためのプランです。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4805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共有単語帳のインポート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100単語まで保存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ローカル保存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基本の単語帳・クイズ・カード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210312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8368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もっと続ける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1089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pPr indent="0" marL="0">
              <a:buNone/>
            </a:pPr>
            <a:r>
              <a:rPr lang="en-US" sz="1400" b="1" dirty="0">
                <a:solidFill>
                  <a:srgbClr val="C9C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円 / 月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886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撮るだけ単語帳、複数端末、クラウド同期が必要な人向けのプランです。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4805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AIスキャン無制限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クラウド同期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マルチデバイス対応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データ永続化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単語帳を、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もう手で作らなくていい。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ブラウザからすぐに開始できます。メールOTP、Google、Appleのいずれかで登録し、最初の単語帳を作成してください。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2377440" cy="658368"/>
          </a:xfrm>
          <a:prstGeom prst="roundRect">
            <a:avLst>
              <a:gd name="adj" fmla="val 13889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166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無料で始める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51937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www.merken.jp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MERKEN サービス紹介</dc:title>
  <dc:subject>PptxGenJS Presentation</dc:subject>
  <dc:creator>MERKEN</dc:creator>
  <cp:lastModifiedBy>MERKEN</cp:lastModifiedBy>
  <cp:revision>1</cp:revision>
  <dcterms:created xsi:type="dcterms:W3CDTF">2026-08-28T15:54:53Z</dcterms:created>
  <dcterms:modified xsi:type="dcterms:W3CDTF">2026-08-28T15:54:53Z</dcterms:modified>
</cp:coreProperties>
</file>