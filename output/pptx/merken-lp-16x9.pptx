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MERKENのトップページ（未ログイン時のランディングページ）の内容をスライドにしたものです。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ヒーローの数字はLPと同じ（4抽出モード・共有単語帳の取込は無料・リールは無料プランで1日50枚・無料保存枠100語）。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LPの「01 HOW IT WORKS」セクションと同じ4ステップ。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抽出モードは4種類。Proではユーザ定義のカスタム抽出モードも使える。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LPの「02 WORD DETAIL」に対応。take care のような複数語表現も1件として扱う。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LPでは登録前にフラッシュカードと4択クイズをその場で試せる。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語源つきカードは接頭辞・語根・接尾辞まで1画面。出典の単語帳はワンタップで取り込める。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ホーム画面には連続学習日数、クイズ導線、最近の単語帳が並ぶ。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Proは月額300円。無料プランは共有単語帳の取り込みと基本の復習まで。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LP末尾のCTAと同じ文言。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480060"/>
            <a:ext cx="63640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E R K E 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1920240"/>
            <a:ext cx="63640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VOCABULARY NOTEBOOK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2331720"/>
            <a:ext cx="636406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手入力ゼロで、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単語帳。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9585" y="4183380"/>
            <a:ext cx="6364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585" y="597409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100" dirty="0"/>
          </a:p>
        </p:txBody>
      </p:sp>
      <p:pic>
        <p:nvPicPr>
          <p:cNvPr id="7" name="Image 0" descr="output/pptx/shots/flashcard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12551" y="2057400"/>
            <a:ext cx="41695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写真から、単語帳ができる。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109725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（AIスキャンはProプラン）。無料でも共有ライブラリから単語帳を取り込んで、すぐに学習を始めら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052828"/>
            <a:ext cx="2532825" cy="2153348"/>
          </a:xfrm>
          <a:prstGeom prst="roundRect">
            <a:avLst>
              <a:gd name="adj" fmla="val 424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8185" y="2483498"/>
            <a:ext cx="2075625" cy="86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38185" y="3474038"/>
            <a:ext cx="2075625" cy="6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抽出モード（Pro）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2818" y="2052828"/>
            <a:ext cx="2532825" cy="2153348"/>
          </a:xfrm>
          <a:prstGeom prst="roundRect">
            <a:avLst>
              <a:gd name="adj" fmla="val 424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1418" y="2483498"/>
            <a:ext cx="2075625" cy="86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51418" y="3474038"/>
            <a:ext cx="2075625" cy="6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共有単語帳の取込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6052" y="2052828"/>
            <a:ext cx="2532825" cy="2153348"/>
          </a:xfrm>
          <a:prstGeom prst="roundRect">
            <a:avLst>
              <a:gd name="adj" fmla="val 424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4652" y="2483498"/>
            <a:ext cx="2075625" cy="86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1日50枚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64652" y="3474038"/>
            <a:ext cx="2075625" cy="6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リール（無料プラン）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9286" y="2052828"/>
            <a:ext cx="2532825" cy="2153348"/>
          </a:xfrm>
          <a:prstGeom prst="roundRect">
            <a:avLst>
              <a:gd name="adj" fmla="val 4246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77886" y="2483498"/>
            <a:ext cx="2075625" cy="86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100語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77886" y="3474038"/>
            <a:ext cx="2075625" cy="6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無料保存枠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585" y="4486585"/>
            <a:ext cx="10972526" cy="1761830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9625" y="4979897"/>
            <a:ext cx="10332446" cy="792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スキャンはProプラン。無料プランでも共有ライブラリの単語帳を取り込んで、クイズとフラッシュカードで学習できます。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撮る、確認する、覚える。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109725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手入力やコピペを前提にせず、教材の写真から単語帳を作ります。登録後すぐにホーム、単語帳、クイズへ進める構成です。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847088"/>
            <a:ext cx="2532825" cy="4401327"/>
          </a:xfrm>
          <a:prstGeom prst="roundRect">
            <a:avLst>
              <a:gd name="adj" fmla="val 361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5617" y="2121408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5617" y="222199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5617" y="2761488"/>
            <a:ext cx="20207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5617" y="3017520"/>
            <a:ext cx="20207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5617" y="3493008"/>
            <a:ext cx="2020761" cy="2481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ノート、教科書、プリントをカメラで撮影するか、写真から選びます。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2818" y="1847088"/>
            <a:ext cx="2532825" cy="4401327"/>
          </a:xfrm>
          <a:prstGeom prst="roundRect">
            <a:avLst>
              <a:gd name="adj" fmla="val 361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8850" y="2121408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8850" y="222199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78850" y="2761488"/>
            <a:ext cx="20207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78850" y="3017520"/>
            <a:ext cx="20207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抽出する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78850" y="3493008"/>
            <a:ext cx="2020761" cy="2481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AIが英単語、和訳、品詞、例文、発音記号の候補を作ります。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052" y="1847088"/>
            <a:ext cx="2532825" cy="4401327"/>
          </a:xfrm>
          <a:prstGeom prst="roundRect">
            <a:avLst>
              <a:gd name="adj" fmla="val 361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084" y="2121408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084" y="222199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084" y="2761488"/>
            <a:ext cx="20207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084" y="3017520"/>
            <a:ext cx="20207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確認して保存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92084" y="3493008"/>
            <a:ext cx="2020761" cy="2481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抽出結果を確認し、必要なら編集して自分の単語帳へ追加します。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9286" y="1847088"/>
            <a:ext cx="2532825" cy="4401327"/>
          </a:xfrm>
          <a:prstGeom prst="roundRect">
            <a:avLst>
              <a:gd name="adj" fmla="val 361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05318" y="2121408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05318" y="222199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05318" y="2761488"/>
            <a:ext cx="20207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305318" y="3017520"/>
            <a:ext cx="20207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覚える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305318" y="3493008"/>
            <a:ext cx="2020761" cy="2481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4択、語順クイズ、フラッシュカードで復習し、習得度を記録します。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MODES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目的に合わせて、抽出方法を選ぶ。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72418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まずは「すべての単語」で広く取り込み、必要に応じて丸囲み、英検、熟語・イディオムへ切り替えます。抽出後は確認画面で編集してから保存できます（スキャンはProプランの機能です）。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052828"/>
            <a:ext cx="3480729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9041" y="2235708"/>
            <a:ext cx="30418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単語帳取込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9041" y="2473452"/>
            <a:ext cx="30418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単語帳の単語を抽出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9041" y="2857500"/>
            <a:ext cx="3041817" cy="95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単語帳やノートに「英単語＋日本語訳」のペアで載っている単語だけを取り込みます。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723" y="2052828"/>
            <a:ext cx="3480729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179" y="2235708"/>
            <a:ext cx="30418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丸囲み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90179" y="2473452"/>
            <a:ext cx="30418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覚えたい単語だけ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179" y="2857500"/>
            <a:ext cx="3041817" cy="95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ペンで丸を付けた単語を優先して抽出。授業中に印を付けた紙面をそのまま使えます。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9585" y="4290826"/>
            <a:ext cx="3480729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9041" y="4473706"/>
            <a:ext cx="30418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英検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9041" y="4711450"/>
            <a:ext cx="30418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級に合わせて選別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9041" y="5095498"/>
            <a:ext cx="3041817" cy="95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5級から1級まで、選んだ英検レベルに合わせて単語を抽出します。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70723" y="4290826"/>
            <a:ext cx="3480729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90179" y="4473706"/>
            <a:ext cx="30418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熟語・イディオム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90179" y="4711450"/>
            <a:ext cx="30418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複数語の表現も保存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90179" y="5095498"/>
            <a:ext cx="3041817" cy="95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care のような複数語の表現も、単語帳とクイズの対象にできます。</a:t>
            </a:r>
            <a:endParaRPr lang="en-US" sz="1050" dirty="0"/>
          </a:p>
        </p:txBody>
      </p:sp>
      <p:pic>
        <p:nvPicPr>
          <p:cNvPr id="21" name="Image 0" descr="public/lp/scan-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1861" y="1440180"/>
            <a:ext cx="3450250" cy="4808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保存した単語は、学習用データになる。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482791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和訳だけでなく、例文、品詞、発音記号、クイズ用の選択肢を持てる構造です。2語以上の表現は語順クイズとして扱い、4択だけに寄せすぎないようにしています。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258568"/>
            <a:ext cx="4827911" cy="573642"/>
          </a:xfrm>
          <a:prstGeom prst="roundRect">
            <a:avLst>
              <a:gd name="adj" fmla="val 15940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5617" y="2401979"/>
            <a:ext cx="4315847" cy="28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和訳・品詞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5" y="3112619"/>
            <a:ext cx="4827911" cy="573642"/>
          </a:xfrm>
          <a:prstGeom prst="roundRect">
            <a:avLst>
              <a:gd name="adj" fmla="val 1594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5617" y="3256030"/>
            <a:ext cx="4315847" cy="28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例文（英日）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5" y="3966670"/>
            <a:ext cx="4827911" cy="573642"/>
          </a:xfrm>
          <a:prstGeom prst="roundRect">
            <a:avLst>
              <a:gd name="adj" fmla="val 1594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5617" y="4110081"/>
            <a:ext cx="4315847" cy="28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発音記号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5" y="4820722"/>
            <a:ext cx="4827911" cy="573642"/>
          </a:xfrm>
          <a:prstGeom prst="roundRect">
            <a:avLst>
              <a:gd name="adj" fmla="val 1594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5617" y="4964132"/>
            <a:ext cx="4315847" cy="28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クイズ用の選択肢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585" y="5674773"/>
            <a:ext cx="4827911" cy="573642"/>
          </a:xfrm>
          <a:prstGeom prst="roundRect">
            <a:avLst>
              <a:gd name="adj" fmla="val 1594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5617" y="5818184"/>
            <a:ext cx="4315847" cy="28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習得度・復習履歴</a:t>
            </a:r>
            <a:endParaRPr lang="en-US" sz="1250" dirty="0"/>
          </a:p>
        </p:txBody>
      </p:sp>
      <p:pic>
        <p:nvPicPr>
          <p:cNvPr id="15" name="Image 0" descr="output/pptx/shots/wor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7905" y="2258568"/>
            <a:ext cx="5864205" cy="23939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717905" y="4743916"/>
            <a:ext cx="5864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単語カードの例（LPの実画面）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4つの復習の形。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54862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保存した単語は、4択・語順・カードの3系統で復習できます。結果は習得度に反映されます。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052828"/>
            <a:ext cx="2602927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9041" y="2272284"/>
            <a:ext cx="2164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4択クイズ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9041" y="2656332"/>
            <a:ext cx="2164015" cy="113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AIが用意した選択肢でテンポよく復習。正答結果は単語の習得度に反映されます。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2921" y="2052828"/>
            <a:ext cx="2602927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12377" y="2272284"/>
            <a:ext cx="2164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語順クイズ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12377" y="2656332"/>
            <a:ext cx="2164015" cy="113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2語以上の表現は、下の単語を選んで並べる形式のクイズとして出題できます。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585" y="4290826"/>
            <a:ext cx="2602927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041" y="4510282"/>
            <a:ext cx="2164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フラッシュカード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9041" y="4894330"/>
            <a:ext cx="2164015" cy="113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単語をめくりながら確認。習得度順、品詞順、保存済みの単語で学習できます。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2921" y="4290826"/>
            <a:ext cx="2602927" cy="1957589"/>
          </a:xfrm>
          <a:prstGeom prst="roundRect">
            <a:avLst>
              <a:gd name="adj" fmla="val 467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12377" y="4510282"/>
            <a:ext cx="2164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保存済み単語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12377" y="4894330"/>
            <a:ext cx="2164015" cy="113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気になる単語だけを保存して、カードや10問クイズですぐに復習できます。</a:t>
            </a:r>
            <a:endParaRPr lang="en-US" sz="1050" dirty="0"/>
          </a:p>
        </p:txBody>
      </p:sp>
      <p:pic>
        <p:nvPicPr>
          <p:cNvPr id="17" name="Image 0" descr="output/pptx/shots/quiz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76257" y="2052828"/>
            <a:ext cx="5205854" cy="382982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376257" y="5955807"/>
            <a:ext cx="5205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登録なしで試せるデモ（LPの実画面）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スワイプするだけで、単語に出会う。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79002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みんなが公開した単語帳と公式単語帳の単語が、1枚ずつ流れてくる縦スクロールのフィードです。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847088"/>
            <a:ext cx="3809905" cy="1577355"/>
          </a:xfrm>
          <a:prstGeom prst="roundRect">
            <a:avLst>
              <a:gd name="adj" fmla="val 579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9041" y="2029968"/>
            <a:ext cx="33709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縦スワイプで、次の単語へ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9041" y="2505456"/>
            <a:ext cx="3370993" cy="71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公開されている単語帳と公式単語帳から、単語が1枚ずつ流れてきます。すき間時間にスクロールするだけで新しい語彙に出会えます。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9898" y="1847088"/>
            <a:ext cx="3809905" cy="1577355"/>
          </a:xfrm>
          <a:prstGeom prst="roundRect">
            <a:avLst>
              <a:gd name="adj" fmla="val 579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19354" y="2029968"/>
            <a:ext cx="33709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めくって意味を確認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19354" y="2505456"/>
            <a:ext cx="3370993" cy="71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表は英単語と発音記号だけ。左右のスワイプかタップで和訳の面に切り替わります。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585" y="3704852"/>
            <a:ext cx="3809905" cy="1577355"/>
          </a:xfrm>
          <a:prstGeom prst="roundRect">
            <a:avLst>
              <a:gd name="adj" fmla="val 579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041" y="3887732"/>
            <a:ext cx="33709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語源つきカードは1画面で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9041" y="4363220"/>
            <a:ext cx="3370993" cy="71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接頭辞・語根・接尾辞の組み立てと解説をまとめて表示。丸暗記にしないための手がかりが付きます。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9898" y="3704852"/>
            <a:ext cx="3809905" cy="1577355"/>
          </a:xfrm>
          <a:prstGeom prst="roundRect">
            <a:avLst>
              <a:gd name="adj" fmla="val 579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19354" y="3887732"/>
            <a:ext cx="33709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出典の単語帳をワンタップで取り込み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9354" y="4363220"/>
            <a:ext cx="3370993" cy="71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カードの下には、その単語が入っている単語帳と作成者が出ます。気に入ればまるごと追加できます。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585" y="5562615"/>
            <a:ext cx="7900218" cy="68580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83905" y="5740923"/>
            <a:ext cx="73515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リールの閲覧は無料プランでも1日50枚まで（要ログイン）。Proは上限なし・広告なし。</a:t>
            </a:r>
            <a:endParaRPr lang="en-US" sz="1200" dirty="0"/>
          </a:p>
        </p:txBody>
      </p:sp>
      <p:pic>
        <p:nvPicPr>
          <p:cNvPr id="19" name="Image 0" descr="output/pptx/shots/reel-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90212" y="1440180"/>
            <a:ext cx="2791898" cy="4808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ホームで、今日やることがすぐ見える。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6583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単語帳、習得度、連続日数、保存済み単語へアクセスできます。学習の入口をホームに集約し、スキャンから復習まで迷わない構成にしています。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052828"/>
            <a:ext cx="6583515" cy="838590"/>
          </a:xfrm>
          <a:prstGeom prst="roundRect">
            <a:avLst>
              <a:gd name="adj" fmla="val 1090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5617" y="2187002"/>
            <a:ext cx="6071451" cy="30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5617" y="2505667"/>
            <a:ext cx="6071451" cy="28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習得、学習中、未学習を単語ごとに管理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585" y="3171827"/>
            <a:ext cx="6583515" cy="838590"/>
          </a:xfrm>
          <a:prstGeom prst="roundRect">
            <a:avLst>
              <a:gd name="adj" fmla="val 1090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5617" y="3306001"/>
            <a:ext cx="6071451" cy="30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連続日数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5617" y="3624666"/>
            <a:ext cx="6071451" cy="28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毎日の学習をホームで確認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585" y="4290826"/>
            <a:ext cx="6583515" cy="838590"/>
          </a:xfrm>
          <a:prstGeom prst="roundRect">
            <a:avLst>
              <a:gd name="adj" fmla="val 1090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5617" y="4425001"/>
            <a:ext cx="6071451" cy="30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マイ単語帳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5617" y="4743665"/>
            <a:ext cx="6071451" cy="28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直近の単語帳をホームから開ける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5" y="5409825"/>
            <a:ext cx="6583515" cy="838590"/>
          </a:xfrm>
          <a:prstGeom prst="roundRect">
            <a:avLst>
              <a:gd name="adj" fmla="val 1090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5617" y="5544000"/>
            <a:ext cx="6071451" cy="30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5617" y="5862664"/>
            <a:ext cx="6071451" cy="28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あとで見返したい単語だけを集めて復習</a:t>
            </a:r>
            <a:endParaRPr lang="en-US" sz="1050" dirty="0"/>
          </a:p>
        </p:txBody>
      </p:sp>
      <p:pic>
        <p:nvPicPr>
          <p:cNvPr id="17" name="Image 0" descr="public/lp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73509" y="1440180"/>
            <a:ext cx="4108601" cy="4808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377190"/>
            <a:ext cx="109725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633222"/>
            <a:ext cx="109725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無料で始めて、必要ならProへ。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1440180"/>
            <a:ext cx="1097252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まずは無料で試し、AIスキャンや同期が必要になったらProへ切り替えられます。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847088"/>
            <a:ext cx="5346058" cy="4401327"/>
          </a:xfrm>
          <a:prstGeom prst="roundRect">
            <a:avLst>
              <a:gd name="adj" fmla="val 207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29625" y="2103120"/>
            <a:ext cx="4705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29625" y="2377440"/>
            <a:ext cx="4705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まず試す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29625" y="2852928"/>
            <a:ext cx="4705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929625" y="3538728"/>
            <a:ext cx="4705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共有ライブラリの単語帳で、基本の復習を試すためのプランです。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29625" y="4087368"/>
            <a:ext cx="4705978" cy="184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共有単語帳のインポート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100単語まで保存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基本の単語帳・クイズ・カード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052" y="1847088"/>
            <a:ext cx="5346058" cy="4401327"/>
          </a:xfrm>
          <a:prstGeom prst="roundRect">
            <a:avLst>
              <a:gd name="adj" fmla="val 2078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6092" y="2103120"/>
            <a:ext cx="4705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56092" y="2377440"/>
            <a:ext cx="4705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もっと続ける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56092" y="2852928"/>
            <a:ext cx="4705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pPr indent="0" marL="0">
              <a:buNone/>
            </a:pPr>
            <a:r>
              <a:rPr lang="en-US" sz="1300" b="1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56092" y="3538728"/>
            <a:ext cx="4705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撮るだけ単語帳、複数端末、クラウド同期が必要な人向けのプランです。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56092" y="4087368"/>
            <a:ext cx="4705978" cy="184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AIスキャン無制限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クラウド同期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マルチデバイス対応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データ永続化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1920240"/>
            <a:ext cx="10972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2331720"/>
            <a:ext cx="877802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単語帳を、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もう手で作らなくていい。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4251960"/>
            <a:ext cx="790021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ブラウザからすぐに開始できます。メールOTP、Google、Appleのいずれかで登録し、最初の単語帳を作成してください。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5280660"/>
            <a:ext cx="2103120" cy="603504"/>
          </a:xfrm>
          <a:prstGeom prst="roundRect">
            <a:avLst>
              <a:gd name="adj" fmla="val 15152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585" y="5413431"/>
            <a:ext cx="210312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32745" y="5431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MERKEN サービス紹介</dc:title>
  <dc:subject>PptxGenJS Presentation</dc:subject>
  <dc:creator>MERKEN</dc:creator>
  <cp:lastModifiedBy>MERKEN</cp:lastModifiedBy>
  <cp:revision>1</cp:revision>
  <dcterms:created xsi:type="dcterms:W3CDTF">2026-08-28T16:46:26Z</dcterms:created>
  <dcterms:modified xsi:type="dcterms:W3CDTF">2026-08-28T16:46:26Z</dcterms:modified>
</cp:coreProperties>
</file>